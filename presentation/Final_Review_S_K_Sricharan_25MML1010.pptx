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(all suites)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73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models, but stays within 0.01–0.06 mph of the GRU and temporal Transformer with one seed, so no superiority is claimed.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calibrate West St signal timing to the observed 10.95 mph (or obtain DOT timing plans) → controller comparison; multi-seed training;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