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324" r:id="rId3"/>
    <p:sldId id="259" r:id="rId4"/>
    <p:sldId id="260" r:id="rId5"/>
    <p:sldId id="325" r:id="rId6"/>
    <p:sldId id="336" r:id="rId23"/>
    <p:sldId id="333" r:id="rId7"/>
    <p:sldId id="334" r:id="rId8"/>
    <p:sldId id="265" r:id="rId9"/>
    <p:sldId id="335" r:id="rId10"/>
    <p:sldId id="312" r:id="rId11"/>
    <p:sldId id="328" r:id="rId12"/>
    <p:sldId id="330" r:id="rId13"/>
    <p:sldId id="332" r:id="rId14"/>
    <p:sldId id="331" r:id="rId15"/>
    <p:sldId id="337" r:id="rId24"/>
    <p:sldId id="339" r:id="rId26"/>
    <p:sldId id="340" r:id="rId27"/>
    <p:sldId id="341" r:id="rId28"/>
    <p:sldId id="342" r:id="rId29"/>
    <p:sldId id="327" r:id="rId16"/>
    <p:sldId id="343" r:id="rId30"/>
    <p:sldId id="338" r:id="rId25"/>
    <p:sldId id="321" r:id="rId17"/>
  </p:sldIdLst>
  <p:sldSz cx="12801600" cy="7315200"/>
  <p:notesSz cx="6858000" cy="9144000"/>
  <p:defaultTextStyle>
    <a:defPPr>
      <a:defRPr lang="en-US"/>
    </a:defPPr>
    <a:lvl1pPr marL="0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>
          <p15:clr>
            <a:srgbClr val="A4A3A4"/>
          </p15:clr>
        </p15:guide>
        <p15:guide id="2" pos="40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E1F2"/>
    <a:srgbClr val="558ED5"/>
    <a:srgbClr val="C6D9F1"/>
    <a:srgbClr val="558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902" y="67"/>
      </p:cViewPr>
      <p:guideLst>
        <p:guide orient="horz" pos="2304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  <Relationship Id="rId23" Type="http://schemas.openxmlformats.org/officeDocument/2006/relationships/slide" Target="slides/slide17.xml"/>
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  <Relationship Id="rId28" Type="http://schemas.openxmlformats.org/officeDocument/2006/relationships/slide" Target="slides/slide22.xml"/>
  <Relationship Id="rId29" Type="http://schemas.openxmlformats.org/officeDocument/2006/relationships/slide" Target="slides/slide23.xml"/>
  <Relationship Id="rId30" Type="http://schemas.openxmlformats.org/officeDocument/2006/relationships/slide" Target="slides/slide24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D7A36-15CF-4B40-B7C9-B299C824610E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5800"/>
            <a:ext cx="6000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E4103-D868-498D-BB7B-ABDA25F9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65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272456"/>
            <a:ext cx="10881360" cy="15680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4145280"/>
            <a:ext cx="8961120" cy="1869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4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241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9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736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48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230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97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E1E87-9C15-4984-91E0-215221CAF7F6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82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16BE9-D6CB-4D14-A12D-7F5512E1435B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6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38" y="4700695"/>
            <a:ext cx="10881360" cy="1452880"/>
          </a:xfrm>
        </p:spPr>
        <p:txBody>
          <a:bodyPr anchor="t"/>
          <a:lstStyle>
            <a:lvl1pPr algn="l">
              <a:defRPr sz="51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38" y="3100496"/>
            <a:ext cx="10881360" cy="1600199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4724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14944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2417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29889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87362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44834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02306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5977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A9D04-24B9-408C-A000-3B78FDBD0AEB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2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74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91B48-F2B5-44C0-A324-732125246729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33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37454"/>
            <a:ext cx="5656263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2319868"/>
            <a:ext cx="5656263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37" y="1637454"/>
            <a:ext cx="5658485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37" y="2319868"/>
            <a:ext cx="5658485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7E91-F602-4F18-92CA-FB1A231376B0}" type="datetime1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7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18EFE-411D-495F-AE32-482368671348}" type="datetime1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17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129DD-E279-4A67-BA32-75987FE76FB7}" type="datetime1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1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2" y="291252"/>
            <a:ext cx="4211638" cy="1239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5070" y="291255"/>
            <a:ext cx="7156450" cy="6243321"/>
          </a:xfrm>
        </p:spPr>
        <p:txBody>
          <a:bodyPr/>
          <a:lstStyle>
            <a:lvl1pPr>
              <a:defRPr sz="39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2" y="1530775"/>
            <a:ext cx="4211638" cy="5003802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A02B-9B73-458F-B848-E99C8FA83242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4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9203" y="5120640"/>
            <a:ext cx="7680960" cy="604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9203" y="653626"/>
            <a:ext cx="7680960" cy="4389120"/>
          </a:xfrm>
        </p:spPr>
        <p:txBody>
          <a:bodyPr/>
          <a:lstStyle>
            <a:lvl1pPr marL="0" indent="0">
              <a:buNone/>
              <a:defRPr sz="3900"/>
            </a:lvl1pPr>
            <a:lvl2pPr marL="574724" indent="0">
              <a:buNone/>
              <a:defRPr sz="3500"/>
            </a:lvl2pPr>
            <a:lvl3pPr marL="1149448" indent="0">
              <a:buNone/>
              <a:defRPr sz="3000"/>
            </a:lvl3pPr>
            <a:lvl4pPr marL="1724172" indent="0">
              <a:buNone/>
              <a:defRPr sz="2500"/>
            </a:lvl4pPr>
            <a:lvl5pPr marL="2298895" indent="0">
              <a:buNone/>
              <a:defRPr sz="2500"/>
            </a:lvl5pPr>
            <a:lvl6pPr marL="2873621" indent="0">
              <a:buNone/>
              <a:defRPr sz="2500"/>
            </a:lvl6pPr>
            <a:lvl7pPr marL="3448344" indent="0">
              <a:buNone/>
              <a:defRPr sz="2500"/>
            </a:lvl7pPr>
            <a:lvl8pPr marL="4023069" indent="0">
              <a:buNone/>
              <a:defRPr sz="2500"/>
            </a:lvl8pPr>
            <a:lvl9pPr marL="4597793" indent="0">
              <a:buNone/>
              <a:defRPr sz="2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9203" y="5725161"/>
            <a:ext cx="7680960" cy="858519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2997-1B9E-4EF2-B260-9EB38D81F553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0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70E5-7D69-44CE-AE73-71BFC3B68EE4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0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81160" y="292948"/>
            <a:ext cx="2880360" cy="624162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292948"/>
            <a:ext cx="8427720" cy="6241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F8B80-F83C-48AA-AA3F-63D37C1606D6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35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292946"/>
            <a:ext cx="11521440" cy="1219200"/>
          </a:xfrm>
          <a:prstGeom prst="rect">
            <a:avLst/>
          </a:prstGeom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C8E2D-1657-4F9E-9BA7-8881C66FCBC2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3880" y="6780107"/>
            <a:ext cx="40538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44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38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1149448" rtl="0" eaLnBrk="1" latinLnBrk="0" hangingPunct="1">
        <a:spcBef>
          <a:spcPct val="0"/>
        </a:spcBef>
        <a:buNone/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044" indent="-431044" algn="l" defTabSz="1149448" rtl="0" eaLnBrk="1" latinLnBrk="0" hangingPunct="1">
        <a:spcBef>
          <a:spcPct val="20000"/>
        </a:spcBef>
        <a:buFont typeface="Arial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33926" indent="-359202" algn="l" defTabSz="1149448" rtl="0" eaLnBrk="1" latinLnBrk="0" hangingPunct="1">
        <a:spcBef>
          <a:spcPct val="20000"/>
        </a:spcBef>
        <a:buFont typeface="Arial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3681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11534" indent="-287362" algn="l" defTabSz="1149448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86258" indent="-287362" algn="l" defTabSz="1149448" rtl="0" eaLnBrk="1" latinLnBrk="0" hangingPunct="1">
        <a:spcBef>
          <a:spcPct val="20000"/>
        </a:spcBef>
        <a:buFont typeface="Arial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0983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35707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1043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85155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472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9448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4172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8895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73621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834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23069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97793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801600" cy="1600199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&lt;&lt;PROJECT TITLE **ARIAL FONT SIZE 40**&gt;&gt;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6920" y="3088640"/>
            <a:ext cx="8961120" cy="3982720"/>
          </a:xfrm>
        </p:spPr>
        <p:txBody>
          <a:bodyPr>
            <a:normAutofit fontScale="47500" lnSpcReduction="20000"/>
          </a:bodyPr>
          <a:lstStyle/>
          <a:p>
            <a:r>
              <a:rPr lang="en-US" sz="4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M.Tech</a:t>
            </a:r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Project Work Final Review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Presented by</a:t>
            </a:r>
          </a:p>
          <a:p>
            <a:endParaRPr lang="en-US" sz="4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&lt;&lt;STUDENT NAME (STUDENT REGISTER NO)&gt;&gt;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&lt;&lt;</a:t>
            </a:r>
            <a:r>
              <a:rPr lang="en-US" sz="4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M.Tech</a:t>
            </a:r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Computer Science and Engineering (SPECIALIZATION)&gt;&gt;</a:t>
            </a:r>
          </a:p>
          <a:p>
            <a:endParaRPr lang="en-US" sz="4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 the Guidance of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&lt;&lt;GUIDE NAME&gt;&gt;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&lt;&lt;GUIDE DESIGNATION&gt;&gt;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 of Computer Science and Engineering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Vellore Institute of Technology, Chennai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C77652-7BC5-33CD-3492-BA774BD65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719522"/>
            <a:ext cx="3620039" cy="136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43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</a:t>
            </a:fld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6200" y="1600200"/>
            <a:ext cx="12649200" cy="5638800"/>
          </a:xfrm>
          <a:prstGeom prst="rect">
            <a:avLst/>
          </a:prstGeom>
        </p:spPr>
        <p:txBody>
          <a:bodyPr vert="horz" lIns="114945" tIns="57473" rIns="114945" bIns="57473" rtlCol="0">
            <a:normAutofit fontScale="92500" lnSpcReduction="20000"/>
          </a:bodyPr>
          <a:lstStyle>
            <a:lvl1pPr marL="431044" indent="-431044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3926" indent="-35920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3681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11534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86258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60983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35707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1043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85155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ABSTRACT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INTRODUCTION (with reference(s) at the bottom of each slide, IEEE format)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LITERATURE SURVEY (with reference(s) at the bottom of each slide, IEEE format)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RESEARCH GAPS 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RESEARCH WORK DONE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MODULE IDENTIFICATION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DEVELOPMENT &amp; INTEGRATION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PROTOTYPE / RESEARCH FRAMEWORK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OUTCOME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TIMELINE / GANTT CHART</a:t>
            </a:r>
          </a:p>
        </p:txBody>
      </p:sp>
    </p:spTree>
    <p:extLst>
      <p:ext uri="{BB962C8B-B14F-4D97-AF65-F5344CB8AC3E}">
        <p14:creationId xmlns:p14="http://schemas.microsoft.com/office/powerpoint/2010/main" val="249015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706880"/>
            <a:ext cx="12344400" cy="48276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&lt;&lt; NOT MORE THAN 200 WORDS FONT: TIMES NEW ROMAN, SIZE 24&gt;&gt;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&lt;&lt; Brief summary of project including problem, methodology, and expected outcome &gt;&gt;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43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&lt;&lt; Overview of problem domain, motivation, and objectives (max 150 words) FONT ARIAL SIZE 24&gt;&gt;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74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3.LITERATURE SURVEY</a:t>
            </a:r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8914007"/>
              </p:ext>
            </p:extLst>
          </p:nvPr>
        </p:nvGraphicFramePr>
        <p:xfrm>
          <a:off x="685799" y="1669892"/>
          <a:ext cx="11475720" cy="4597085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S.No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7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24EBC-07D1-5582-ECAD-FB015F64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089C-2484-51E9-0A89-B13831434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RESEARCH GAPS</a:t>
            </a:r>
            <a:endParaRPr lang="en-GB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1DF2F-2EFC-F28C-9A44-F9337C42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40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266A5-DEC6-423E-4642-6DAA46905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C9D02-AB68-99CB-182A-0A2671D6B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GB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A4E0E-51B9-057E-EB16-03F096791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86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RESEARCH WORK 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Font: ARIAL; Size: 24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MODULE IDENTIFICATION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DEVELOPMENT &amp; INTEGRATION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PROTOTYPE / RESEARCH FRAMEWORK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416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8DAA3-E6F2-B842-5B2C-24A7FD7C2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44116-6BAB-BDE0-8F36-5DA7BCF98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lvl="1" algn="ctr" font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MODULE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EE3E6-63FF-D4C5-2EF8-7321FC749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Font: ARIAL; Size: 24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5EFEC-6BF3-4447-1E0F-489E9855A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62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Overall architecture diagram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Data flow between modules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Technology stack used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TEXT FONT TIMES NEW ROMAN&gt;&gt;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825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14F7B-448F-5933-E4F5-9F6656ACE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B1540-D08A-936D-657B-2CA7AA0EF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&amp;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1C32F-FDCF-2099-8C99-4CD330488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Implementation of modules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Integration strategy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Challenges faced and solutions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69C87-894B-EA46-CE5B-2DDA46DB8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43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FF5EA-D62B-1983-B948-F514CA25F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138A4-31C7-3BA3-41EC-856FFC3F2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PROTOTYPE / RESEARCH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DCD9C-F660-95CA-73DE-982F8EE86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Working prototype description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Research framework setup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ARIAL&gt;&gt;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83B01-BF0B-D797-AC89-252288DA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004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A6C8D-B43E-DA7C-E00A-0FC4EA185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C6AA-E1C2-EA6C-246E-CC1479CDE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D4B1E-A9C5-0A84-607D-7CB161B46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Performance metrics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Observations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Validation of approach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BB0C0-AF3E-C46D-0A00-DD8E18E78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99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4F36-3210-D723-E79A-086D02FA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Working model screenshots/results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Data classification &amp; analysis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Key insights/results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TIMELINE / GANTT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32115-B82D-8D1A-DF88-7F370475E570}"/>
              </a:ext>
            </a:extLst>
          </p:cNvPr>
          <p:cNvSpPr txBox="1"/>
          <p:nvPr/>
        </p:nvSpPr>
        <p:spPr>
          <a:xfrm>
            <a:off x="762000" y="1981200"/>
            <a:ext cx="1104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• Planned vs completed tasks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• Next milestones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296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819401"/>
            <a:ext cx="11521440" cy="1219200"/>
          </a:xfrm>
        </p:spPr>
        <p:txBody>
          <a:bodyPr>
            <a:normAutofit fontScale="90000"/>
          </a:bodyPr>
          <a:lstStyle/>
          <a:p>
            <a:r>
              <a:rPr lang="en-US" sz="10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98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3.LITERATURE SURVEY</a:t>
            </a:r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8914007"/>
              </p:ext>
            </p:extLst>
          </p:nvPr>
        </p:nvGraphicFramePr>
        <p:xfrm>
          <a:off x="685799" y="1669892"/>
          <a:ext cx="11475720" cy="4597085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S.No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78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4F36-3210-D723-E79A-086D02FA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Working model screenshots/results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Data classification &amp; analysis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Key insights/results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24EBC-07D1-5582-ECAD-FB015F64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089C-2484-51E9-0A89-B13831434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RESEARCH GAPS</a:t>
            </a:r>
            <a:endParaRPr lang="en-GB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1DF2F-2EFC-F28C-9A44-F9337C42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40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4F36-3210-D723-E79A-086D02FA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Working model screenshots/results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Data classification &amp; analysis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Key insights/results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4F36-3210-D723-E79A-086D02FA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Working model screenshots/results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Data classification &amp; analysis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Key insights/results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4F36-3210-D723-E79A-086D02FA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Working model screenshots/results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Data classification &amp; analysis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Key insights/results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4F36-3210-D723-E79A-086D02FA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Working model screenshots/results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Data classification &amp; analysis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Key insights/results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TIMELINE / GANTT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32115-B82D-8D1A-DF88-7F370475E570}"/>
              </a:ext>
            </a:extLst>
          </p:cNvPr>
          <p:cNvSpPr txBox="1"/>
          <p:nvPr/>
        </p:nvSpPr>
        <p:spPr>
          <a:xfrm>
            <a:off x="762000" y="1981200"/>
            <a:ext cx="1104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• Planned vs completed tasks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• Next milestones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296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15877</TotalTime>
  <Words>376</Words>
  <Application>Microsoft Office PowerPoint</Application>
  <PresentationFormat>Custom</PresentationFormat>
  <Paragraphs>99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Office Theme</vt:lpstr>
      <vt:lpstr>&lt;&lt;PROJECT TITLE **ARIAL FONT SIZE 40**&gt;&gt;</vt:lpstr>
      <vt:lpstr>CONTENTS</vt:lpstr>
      <vt:lpstr>1.ABSTRACT</vt:lpstr>
      <vt:lpstr>2. INTRODUCTION</vt:lpstr>
      <vt:lpstr>3.LITERATURE SURVEY</vt:lpstr>
      <vt:lpstr>4. RESEARCH GAPS</vt:lpstr>
      <vt:lpstr>5. OBJECTIVES</vt:lpstr>
      <vt:lpstr>6. RESEARCH WORK DONE</vt:lpstr>
      <vt:lpstr>MODULE IDENTIFICATION</vt:lpstr>
      <vt:lpstr>SYSTEM ARCHITECTURE</vt:lpstr>
      <vt:lpstr>DEVELOPMENT &amp; INTEGRATION</vt:lpstr>
      <vt:lpstr>PROTOTYPE / RESEARCH FRAMEWORK</vt:lpstr>
      <vt:lpstr>7. CONCLUSIONS</vt:lpstr>
      <vt:lpstr>8. OUTCOME</vt:lpstr>
      <vt:lpstr>9. TIMELINE / GANTT CHART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APPROACH TO REDUCE LOAD ON CHANGE IMPACT ANALYSIS OVER SOFTWARE DEVELOPMENT</dc:title>
  <dc:creator>admin</dc:creator>
  <cp:lastModifiedBy>Saravana Rajendran</cp:lastModifiedBy>
  <cp:revision>136</cp:revision>
  <dcterms:created xsi:type="dcterms:W3CDTF">2020-07-13T09:49:45Z</dcterms:created>
  <dcterms:modified xsi:type="dcterms:W3CDTF">2026-09-26T07:05:43Z</dcterms:modified>
</cp:coreProperties>
</file>