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324" r:id="rId3"/>
    <p:sldId id="259" r:id="rId4"/>
    <p:sldId id="260" r:id="rId5"/>
    <p:sldId id="325" r:id="rId6"/>
    <p:sldId id="336" r:id="rId23"/>
    <p:sldId id="333" r:id="rId7"/>
    <p:sldId id="334" r:id="rId8"/>
    <p:sldId id="265" r:id="rId9"/>
    <p:sldId id="335" r:id="rId10"/>
    <p:sldId id="312" r:id="rId11"/>
    <p:sldId id="328" r:id="rId12"/>
    <p:sldId id="330" r:id="rId13"/>
    <p:sldId id="332" r:id="rId14"/>
    <p:sldId id="331" r:id="rId15"/>
    <p:sldId id="337" r:id="rId24"/>
    <p:sldId id="339" r:id="rId26"/>
    <p:sldId id="340" r:id="rId27"/>
    <p:sldId id="341" r:id="rId28"/>
    <p:sldId id="342" r:id="rId29"/>
    <p:sldId id="344" r:id="rId31"/>
    <p:sldId id="327" r:id="rId16"/>
    <p:sldId id="345" r:id="rId32"/>
    <p:sldId id="343" r:id="rId30"/>
    <p:sldId id="338" r:id="rId25"/>
    <p:sldId id="321" r:id="rId17"/>
  </p:sldIdLst>
  <p:sldSz cx="12801600" cy="7315200"/>
  <p:notesSz cx="6858000" cy="9144000"/>
  <p:defaultTextStyle>
    <a:defPPr>
      <a:defRPr lang="en-US"/>
    </a:defPPr>
    <a:lvl1pPr marL="0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1F2"/>
    <a:srgbClr val="558ED5"/>
    <a:srgbClr val="C6D9F1"/>
    <a:srgbClr val="558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902" y="67"/>
      </p:cViewPr>
      <p:guideLst>
        <p:guide orient="horz" pos="230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  <Relationship Id="rId32" Type="http://schemas.openxmlformats.org/officeDocument/2006/relationships/slide" Target="slides/slide26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7A36-15CF-4B40-B7C9-B299C824610E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E4103-D868-498D-BB7B-ABDA25F9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272456"/>
            <a:ext cx="1088136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E1E87-9C15-4984-91E0-215221CAF7F6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6BE9-D6CB-4D14-A12D-7F5512E1435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9D04-24B9-408C-A000-3B78FDBD0AE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B48-F2B5-44C0-A324-732125246729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3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7E91-F602-4F18-92CA-FB1A231376B0}" type="datetime1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8EFE-411D-495F-AE32-482368671348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129DD-E279-4A67-BA32-75987FE76FB7}" type="datetime1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A02B-9B73-458F-B848-E99C8FA83242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2997-1B9E-4EF2-B260-9EB38D81F553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0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70E5-7D69-44CE-AE73-71BFC3B68EE4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92948"/>
            <a:ext cx="288036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92948"/>
            <a:ext cx="842772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8B80-F83C-48AA-AA3F-63D37C1606D6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8E2D-1657-4F9E-9BA7-8881C66FCBC2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149448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801600" cy="1600199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&lt;&lt;PROJECT TITLE **ARIAL FONT SIZE 40**&gt;&gt;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6920" y="3088640"/>
            <a:ext cx="8961120" cy="3982720"/>
          </a:xfrm>
        </p:spPr>
        <p:txBody>
          <a:bodyPr>
            <a:normAutofit fontScale="47500" lnSpcReduction="20000"/>
          </a:bodyPr>
          <a:lstStyle/>
          <a:p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Project Work Final Review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Presented by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&lt;&lt;STUDENT NAME (STUDENT REGISTER NO)&gt;&gt;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Computer Science and Engineering (SPECIALIZATION)&gt;&gt;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the Guidance of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&lt;&lt;GUIDE NAME&gt;&gt;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&lt;&lt;GUIDE DESIGNATION&gt;&gt;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 Computer Science and Engineering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Vellore Institute of Technology, Chennai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77652-7BC5-33CD-3492-BA774BD65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719522"/>
            <a:ext cx="3620039" cy="136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4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6200" y="1600200"/>
            <a:ext cx="12649200" cy="5638800"/>
          </a:xfrm>
          <a:prstGeom prst="rect">
            <a:avLst/>
          </a:prstGeom>
        </p:spPr>
        <p:txBody>
          <a:bodyPr vert="horz" lIns="114945" tIns="57473" rIns="114945" bIns="57473" rtlCol="0">
            <a:normAutofit fontScale="92500" lnSpcReduction="20000"/>
          </a:bodyPr>
          <a:lstStyle>
            <a:lvl1pPr marL="431044" indent="-431044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INTRODUCTION (with reference(s) at the bottom of each slide, IEEE format)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LITERATURE SURVEY (with reference(s) at the bottom of each slide, IEEE format)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RESEARCH GAPS 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RESEARCH WORK DONE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MODULE IDENTIFICATION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&amp; INTEGRATION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PROTOTYPE / RESEARCH FRAMEWORK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TIMELINE / GANTT CHART</a:t>
            </a:r>
          </a:p>
        </p:txBody>
      </p:sp>
    </p:spTree>
    <p:extLst>
      <p:ext uri="{BB962C8B-B14F-4D97-AF65-F5344CB8AC3E}">
        <p14:creationId xmlns:p14="http://schemas.microsoft.com/office/powerpoint/2010/main" val="249015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06880"/>
            <a:ext cx="12344400" cy="4827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&lt;&lt; NOT MORE THAN 200 WORDS FONT: TIMES NEW ROMAN, SIZE 24&gt;&gt;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&lt;&lt; Brief summary of project including problem, methodology, and expected outcome 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43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&lt;&lt; Overview of problem domain, motivation, and objectives (max 150 words) FONT ARIAL SIZE 24&gt;&gt;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7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914007"/>
              </p:ext>
            </p:extLst>
          </p:nvPr>
        </p:nvGraphicFramePr>
        <p:xfrm>
          <a:off x="685799" y="1669892"/>
          <a:ext cx="11475720" cy="4597085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S.No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RESEARCH GAPS</a:t>
            </a:r>
            <a:endParaRPr lang="en-GB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66A5-DEC6-423E-4642-6DAA4690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9D02-AB68-99CB-182A-0A2671D6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A4E0E-51B9-057E-EB16-03F09679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86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RESEARCH WORK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Font: ARIAL; Size: 24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MODULE IDENTIFICATION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&amp; INTEGRATION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PROTOTYPE / RESEARCH FRAMEWORK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16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8DAA3-E6F2-B842-5B2C-24A7FD7C2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44116-6BAB-BDE0-8F36-5DA7BCF98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lvl="1" algn="ctr" font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MODULE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EE3E6-63FF-D4C5-2EF8-7321FC749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Font: ARIAL; Size: 24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5EFEC-6BF3-4447-1E0F-489E9855A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62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Overall architecture diagram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flow between modules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Technology stack used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TEXT FONT TIMES NEW ROMAN&gt;&gt;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25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4F7B-448F-5933-E4F5-9F6656ACE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1540-D08A-936D-657B-2CA7AA0E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&amp;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1C32F-FDCF-2099-8C99-4CD330488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Implementation of modules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Integration strategy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Challenges faced and solutions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69C87-894B-EA46-CE5B-2DDA46DB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43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F5EA-D62B-1983-B948-F514CA25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38A4-31C7-3BA3-41EC-856FFC3F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/ RESEARCH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DCD9C-F660-95CA-73DE-982F8EE86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prototype description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Research framework setup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ARIAL&gt;&gt;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3B01-BF0B-D797-AC89-252288DA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04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6C8D-B43E-DA7C-E00A-0FC4EA18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C6AA-E1C2-EA6C-246E-CC1479CDE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D4B1E-A9C5-0A84-607D-7CB161B46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Performance metrics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Observations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Validation of approach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BB0C0-AF3E-C46D-0A00-DD8E18E7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99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32115-B82D-8D1A-DF88-7F370475E570}"/>
              </a:ext>
            </a:extLst>
          </p:cNvPr>
          <p:cNvSpPr txBox="1"/>
          <p:nvPr/>
        </p:nvSpPr>
        <p:spPr>
          <a:xfrm>
            <a:off x="762000" y="1981200"/>
            <a:ext cx="1104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• Planned vs completed tasks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• Next milestones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819401"/>
            <a:ext cx="11521440" cy="1219200"/>
          </a:xfrm>
        </p:spPr>
        <p:txBody>
          <a:bodyPr>
            <a:normAutofit fontScale="90000"/>
          </a:bodyPr>
          <a:lstStyle/>
          <a:p>
            <a:r>
              <a:rPr lang="en-US" sz="10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98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914007"/>
              </p:ext>
            </p:extLst>
          </p:nvPr>
        </p:nvGraphicFramePr>
        <p:xfrm>
          <a:off x="685799" y="1669892"/>
          <a:ext cx="11475720" cy="4597085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S.No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RESEARCH GAPS</a:t>
            </a:r>
            <a:endParaRPr lang="en-GB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32115-B82D-8D1A-DF88-7F370475E570}"/>
              </a:ext>
            </a:extLst>
          </p:cNvPr>
          <p:cNvSpPr txBox="1"/>
          <p:nvPr/>
        </p:nvSpPr>
        <p:spPr>
          <a:xfrm>
            <a:off x="762000" y="1981200"/>
            <a:ext cx="1104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• Planned vs completed tasks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• Next milestones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32115-B82D-8D1A-DF88-7F370475E570}"/>
              </a:ext>
            </a:extLst>
          </p:cNvPr>
          <p:cNvSpPr txBox="1"/>
          <p:nvPr/>
        </p:nvSpPr>
        <p:spPr>
          <a:xfrm>
            <a:off x="762000" y="1981200"/>
            <a:ext cx="1104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• Planned vs completed tasks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• Next milestones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15877</TotalTime>
  <Words>376</Words>
  <Application>Microsoft Office PowerPoint</Application>
  <PresentationFormat>Custom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&lt;&lt;PROJECT TITLE **ARIAL FONT SIZE 40**&gt;&gt;</vt:lpstr>
      <vt:lpstr>CONTENTS</vt:lpstr>
      <vt:lpstr>1.ABSTRACT</vt:lpstr>
      <vt:lpstr>2. INTRODUCTION</vt:lpstr>
      <vt:lpstr>3.LITERATURE SURVEY</vt:lpstr>
      <vt:lpstr>4. RESEARCH GAPS</vt:lpstr>
      <vt:lpstr>5. OBJECTIVES</vt:lpstr>
      <vt:lpstr>6. RESEARCH WORK DONE</vt:lpstr>
      <vt:lpstr>MODULE IDENTIFICATION</vt:lpstr>
      <vt:lpstr>SYSTEM ARCHITECTURE</vt:lpstr>
      <vt:lpstr>DEVELOPMENT &amp; INTEGRATION</vt:lpstr>
      <vt:lpstr>PROTOTYPE / RESEARCH FRAMEWORK</vt:lpstr>
      <vt:lpstr>7. CONCLUSIONS</vt:lpstr>
      <vt:lpstr>8. OUTCOME</vt:lpstr>
      <vt:lpstr>9. TIMELINE / GANTT CHART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APPROACH TO REDUCE LOAD ON CHANGE IMPACT ANALYSIS OVER SOFTWARE DEVELOPMENT</dc:title>
  <dc:creator>admin</dc:creator>
  <cp:lastModifiedBy>Saravana Rajendran</cp:lastModifiedBy>
  <cp:revision>136</cp:revision>
  <dcterms:created xsi:type="dcterms:W3CDTF">2020-07-13T09:49:45Z</dcterms:created>
  <dcterms:modified xsi:type="dcterms:W3CDTF">2026-09-26T07:05:43Z</dcterms:modified>
</cp:coreProperties>
</file>