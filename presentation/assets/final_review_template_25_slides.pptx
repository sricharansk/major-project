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37" r:id="rId24"/>
    <p:sldId id="339" r:id="rId26"/>
    <p:sldId id="340" r:id="rId27"/>
    <p:sldId id="341" r:id="rId28"/>
    <p:sldId id="342" r:id="rId29"/>
    <p:sldId id="344" r:id="rId31"/>
    <p:sldId id="327" r:id="rId16"/>
    <p:sldId id="343" r:id="rId30"/>
    <p:sldId id="338" r:id="rId25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&lt;&lt;PROJECT TITLE **ARIAL FONT SIZE 40**&gt;&gt;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Computer Science and Engineering (SPECIALIZATION)&gt;&gt;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Vellore Institute of Technology, Chennai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TIMELINE / GANTT CHART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NOT MORE THAN 200 WORDS FONT: TIMES NEW ROMAN, SIZE 24&gt;&gt;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Brief summary of project including problem, methodology, and expected outcome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Overview of problem domain, motivation, and objectives (max 150 words) FONT ARIAL SIZE 24&gt;&gt;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3E6-63FF-D4C5-2EF8-7321FC74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Overall architecture diagram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flow between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Technology stack used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strategy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prototype description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ARIAL&gt;&gt;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metrics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Observations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Validation of approach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