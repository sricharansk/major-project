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6" r:id="rId23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37" r:id="rId24"/>
    <p:sldId id="327" r:id="rId16"/>
    <p:sldId id="338" r:id="rId25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&lt;&lt;PROJECT TITLE **ARIAL FONT SIZE 40**&gt;&gt;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Computer Science and Engineering (SPECIALIZATION)&gt;&gt;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Vellore Institute of Technology, Chennai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77652-7BC5-33CD-3492-BA774BD65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522"/>
            <a:ext cx="3620039" cy="136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114945" tIns="57473" rIns="114945" bIns="57473" rtlCol="0">
            <a:normAutofit fontScale="925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LITERATURE SURVEY (with reference(s) at the bottom of each slide, IEEE format)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WORK DONE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TIMELINE / GANTT CHART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06880"/>
            <a:ext cx="1234440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NOT MORE THAN 200 WORDS FONT: TIMES NEW ROMAN, SIZE 24&gt;&gt;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Brief summary of project including problem, methodology, and expected outcome 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 Overview of problem domain, motivation, and objectives (max 150 words) FONT ARIAL SIZE 24&gt;&gt;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RESEARCH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1" algn="ctr" font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E3E6-63FF-D4C5-2EF8-7321FC749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Font: ARIAL; Size: 24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Overall architecture diagram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flow between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Technology stack used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modules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Integration strategy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prototype description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ARIAL&gt;&gt;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Performance metrics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Observations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Validation of approach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Planned vs completed tasks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• Next milestones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9892"/>
          <a:ext cx="11475720" cy="4597085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&lt;&lt;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Working model screenshots/results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Data classification &amp; analysis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