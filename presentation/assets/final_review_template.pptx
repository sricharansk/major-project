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9" r:id="rId4"/>
    <p:sldId id="260" r:id="rId5"/>
    <p:sldId id="325" r:id="rId6"/>
    <p:sldId id="333" r:id="rId7"/>
    <p:sldId id="334" r:id="rId8"/>
    <p:sldId id="265" r:id="rId9"/>
    <p:sldId id="335" r:id="rId10"/>
    <p:sldId id="312" r:id="rId11"/>
    <p:sldId id="328" r:id="rId12"/>
    <p:sldId id="330" r:id="rId13"/>
    <p:sldId id="332" r:id="rId14"/>
    <p:sldId id="331" r:id="rId15"/>
    <p:sldId id="327" r:id="rId16"/>
    <p:sldId id="321" r:id="rId17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02" y="67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&lt;&lt;PROJECT TITLE **ARIAL FONT SIZE 40**&gt;&gt;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Work Final Review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Computer Science and Engineering (SPECIALIZATION)&gt;&gt;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Vellore Institute of Technology, Chennai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77652-7BC5-33CD-3492-BA774BD65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9522"/>
            <a:ext cx="3620039" cy="136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12649200" cy="5638800"/>
          </a:xfrm>
          <a:prstGeom prst="rect">
            <a:avLst/>
          </a:prstGeom>
        </p:spPr>
        <p:txBody>
          <a:bodyPr vert="horz" lIns="114945" tIns="57473" rIns="114945" bIns="57473" rtlCol="0">
            <a:normAutofit fontScale="925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LITERATURE SURVEY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WORK DONE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TIMELINE / GANTT CHART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06880"/>
            <a:ext cx="1234440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NOT MORE THAN 200 WORDS FONT: TIMES NEW ROMAN, SIZE 24&gt;&gt;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Brief summary of project including problem, methodology, and expected outcome 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Overview of problem domain, motivation, and objectives (max 150 words) FONT ARIAL SIZE 24&gt;&gt;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RESEARCH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AA3-E6F2-B842-5B2C-24A7FD7C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4116-6BAB-BDE0-8F36-5DA7BCF9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lvl="1" algn="ctr" font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E3E6-63FF-D4C5-2EF8-7321FC74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EFEC-6BF3-4447-1E0F-489E9855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6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Overall architecture diagram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flow between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Technology stack used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Implementation of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Integration strategy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prototype description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ARIAL&gt;&gt;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Performance metrics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Observations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Validation of approach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15877</TotalTime>
  <Words>376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&lt;&lt;PROJECT TITLE **ARIAL FONT SIZE 40**&gt;&gt;</vt:lpstr>
      <vt:lpstr>CONTENTS</vt:lpstr>
      <vt:lpstr>1.ABSTRACT</vt:lpstr>
      <vt:lpstr>2. INTRODUCTION</vt:lpstr>
      <vt:lpstr>3.LITERATURE SURVEY</vt:lpstr>
      <vt:lpstr>4. RESEARCH GAPS</vt:lpstr>
      <vt:lpstr>5. OBJECTIVES</vt:lpstr>
      <vt:lpstr>6. RESEARCH WORK DONE</vt:lpstr>
      <vt:lpstr>MODULE IDENTIFICATION</vt:lpstr>
      <vt:lpstr>SYSTEM ARCHITECTURE</vt:lpstr>
      <vt:lpstr>DEVELOPMENT &amp; INTEGRATION</vt:lpstr>
      <vt:lpstr>PROTOTYPE / RESEARCH FRAMEWORK</vt:lpstr>
      <vt:lpstr>7. CONCLUSIONS</vt:lpstr>
      <vt:lpstr>8. OUTCOME</vt:lpstr>
      <vt:lpstr>9. TIMELINE / 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Saravana Rajendran</cp:lastModifiedBy>
  <cp:revision>136</cp:revision>
  <dcterms:created xsi:type="dcterms:W3CDTF">2020-07-13T09:49:45Z</dcterms:created>
  <dcterms:modified xsi:type="dcterms:W3CDTF">2026-09-26T07:05:43Z</dcterms:modified>
</cp:coreProperties>
</file>